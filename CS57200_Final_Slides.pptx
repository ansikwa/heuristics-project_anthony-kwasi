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Sikwa/Heuristics-Project_Anthony-Kwas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E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A* Search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0E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Large Sliding Puzzles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vs Linear Conflict vs Disjoint Pattern Databases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48640" cy="45720"/>
          </a:xfrm>
          <a:prstGeom prst="rect">
            <a:avLst/>
          </a:prstGeom>
          <a:solidFill>
            <a:srgbClr val="4F98A3"/>
          </a:solidFill>
          <a:ln w="12700">
            <a:solidFill>
              <a:srgbClr val="4F98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57200 - Heuristic Problem Solving  |  Track B: Search &amp; Optimization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Purdue University -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15-puzzle still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A*, IDA*, admissible heuristics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048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048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heuristic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32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323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heuristics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432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Manhattan, Linear Conflict, Disjoint PDB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8163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8163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methodology and seeds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200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15.2x speedup at depth 50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84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584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limitations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584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PDB wins; what is left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68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39684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demo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39684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15-puzzle: a canonical hard search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~10¹³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states on 4x4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optimal depth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~2.13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branching factor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BFS exhausts memory on 4x4.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requires admissible heuristics.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analogue for warehouse routing, robot path planning, and game AI.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evaluating heuristic quality on the same instances.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Background: A*, IDA*, and admissibility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5544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search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with f(n)=g(n)+h(n). Admissible h yields optimal solutions; consistent h avoids re-expansion.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Hart, Nilsson &amp; Raphael (1968)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3840480" cy="15544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IDA*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Iterative-deepening DFS bounded by f-threshold. Memory O(d) - the only practical option at depth 80.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Korf (1985)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840480" cy="15544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&lt;= true cost from n. Required for optimality. Empirically signals as identical solution depths across heuristics.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 (2021)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063240"/>
            <a:ext cx="3840480" cy="15544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quality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h is to true cost, fewer nodes A* expands. Stronger heuristics trade compute for fewer expansions.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(1984)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design: pluggable heuristic architecture</a:t>
            </a:r>
            <a:endParaRPr lang="en-US" sz="2800" dirty="0"/>
          </a:p>
        </p:txBody>
      </p:sp>
      <p:pic>
        <p:nvPicPr>
          <p:cNvPr id="3" name="Image 0" descr="/tmp/Heuristics-Project_Anthony-Kwasi/charts_phase3/chart6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66928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2648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idea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126480" y="155448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accept a heuristic callable, not a hard-coded function.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heuristic = one import line, one CLI flag.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path tested in BFS, A*, and IDA*.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becomes a one-line change.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admissible heuristics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743200" cy="45720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 distance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743200" cy="27432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783080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|dr| + |dc| per tile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 evaluation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tile interactions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all comparisons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3977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 2021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45720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Conflict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743200" cy="27432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783080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+ 2 per row/col conflict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max-conflict removal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pairwise interactions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3-5x speedup on 4x4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3977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Hansson, Mayer &amp; Yung 1992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2743200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Disjoint PDB (4-4-4-3)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2743200" cy="27432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783080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disjoint tile groups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BFS in projected space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group lookups (additive)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M entries, ~4 s build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3977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Korf &amp; Felner 2002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from goal -&gt; guaranteed solvable instances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scramble depths: 20, 30, 50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instances per cell at d=20/30; 30 at d=50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Per-search caps: 5-10 M node expansions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mean and 95% CI, 1000 resamples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3.9 - no C extensions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188720"/>
            <a:ext cx="3749040" cy="32004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 seeds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49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depth sweep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4x4 depth sweep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ablation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any script twice produces identical metrics.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15.2x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A* nodes expanded by Disjoint PDB vs Manhattan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scramble depth 50 - 30 random instances, all solved optimally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9.7x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speedup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3.5x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Conflict speedup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 preserved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Node-expansion speedup grows with depth</a:t>
            </a:r>
            <a:endParaRPr lang="en-US" sz="2800" dirty="0"/>
          </a:p>
        </p:txBody>
      </p:sp>
      <p:pic>
        <p:nvPicPr>
          <p:cNvPr id="3" name="Image 0" descr="/tmp/Heuristics-Project_Anthony-Kwasi/charts_phase3/chart3_speedup_vs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66928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17920" y="16002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Conflict: steady 1.5-3.5x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PDB: 2.7x at d=20 grows to 15.2x at d=50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widens because Manhattan error scales with depth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captures within-group exact costs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A* nodes expanded with 95% CI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1097280"/>
                <a:gridCol w="146304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[203, 343]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Conflict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[141, 229]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 PDB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[72, 130]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[3,758, 8,425]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Conflict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[1,528, 3,263]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 PDB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[634, 1,467]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[80,300, 348,433]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Conflict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[21,729, 101,422]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 PDB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[5,980, 22,300]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depths matched across all heuristics - admissibility confirmed empirically.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PDB win at depth?</a:t>
            </a:r>
            <a:endParaRPr lang="en-US" sz="2800" dirty="0"/>
          </a:p>
        </p:txBody>
      </p:sp>
      <p:pic>
        <p:nvPicPr>
          <p:cNvPr id="3" name="Image 0" descr="/tmp/Heuristics-Project_Anthony-Kwasi/charts_phase3/chart5_scal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02920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784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reinforcing reasons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7784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error.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784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ignores tile interactions; its error grows roughly linearly with depth.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778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structure.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stores exact within-group cost - the interaction Manhattan misses.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lookup = single dict access. Linear Conflict pays an inner loop per call.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left on the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4173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 overhead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runtimes lag C/C++; ratios are the meaningful quantity.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1280160"/>
            <a:ext cx="3840480" cy="14173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Non-canonical partition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4-4-4-3 fits in 1.6 M entries. 7-8 partition would dominate but needs a multi-hour build.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840480" cy="14173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 ceiling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random instances tested up to d=50. Pathological d~80 instances unexplored.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971800"/>
            <a:ext cx="3840480" cy="14173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tie-breaking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Asai-Fukunaga prefer-larger-g shown to help. Not implemented in this deliverable.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Kwasi  |  CS 57200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heuristics make ablation cheap.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callable, one CLI flag - nothing else changes.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PDB delivers 15.2x at d=50.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speedup of 9.7x. Strict optimality preserved.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is enough for the science.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are reproducible; 4 s build time keeps grading easy.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5-5-5 / 7-8 PDB  |  Asai-Fukunaga tie-breaking  |  Transposition tables in IDA*  |  Generalise to 24-puzzle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Repo: </a:t>
            </a:r>
            <a:pPr algn="l" indent="0" marL="0">
              <a:buNone/>
            </a:pPr>
            <a:r>
              <a:rPr lang="en-US" sz="1200" u="sng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github.com/AnSikwa/Heuristics-Project_Anthony-Kwasi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CS57200 Final Presentation - Heuristic A* Search</dc:title>
  <dc:subject>PptxGenJS Presentation</dc:subject>
  <dc:creator>Anthony Kwasi</dc:creator>
  <cp:lastModifiedBy>Anthony Kwasi</cp:lastModifiedBy>
  <cp:revision>1</cp:revision>
  <dcterms:created xsi:type="dcterms:W3CDTF">2026-04-26T17:22:04Z</dcterms:created>
  <dcterms:modified xsi:type="dcterms:W3CDTF">2026-04-26T17:22:04Z</dcterms:modified>
</cp:coreProperties>
</file>